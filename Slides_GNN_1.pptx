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96E5A09-0AAC-4D0E-8C8A-40FC649F2BF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A2A4A48-B888-4982-89EB-B3279CD419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58658B-88C3-4630-959F-72D7EB7877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304FBC8-1656-4805-8C2E-1AB0F6B980B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A31342-182F-4FC4-ADB2-D83B77DF694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67F075B-F4BE-4092-8300-D201ECC54C8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04173B4-3BCD-4DC4-ABDB-2A92540D716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CA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0E57F89-120D-488A-8D47-E80187BAC82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0F700B-0957-4772-B14F-CC59F3CEFD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C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C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C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C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96B40CB-2FED-429F-86AB-AE4D1FB4C4C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F90F318-C3C1-4BEA-9EB5-E259A6CC120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268560" y="180000"/>
            <a:ext cx="11854080" cy="593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itle 2"/>
          <p:cNvSpPr/>
          <p:nvPr/>
        </p:nvSpPr>
        <p:spPr>
          <a:xfrm>
            <a:off x="3830760" y="5688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David Emmanuel Pazmiño P.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2"/>
          <a:stretch/>
        </p:blipFill>
        <p:spPr>
          <a:xfrm>
            <a:off x="5064840" y="193320"/>
            <a:ext cx="2314800" cy="178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3"/>
          <a:stretch/>
        </p:blipFill>
        <p:spPr>
          <a:xfrm>
            <a:off x="7380000" y="146880"/>
            <a:ext cx="2453400" cy="183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" descr=""/>
          <p:cNvPicPr/>
          <p:nvPr/>
        </p:nvPicPr>
        <p:blipFill>
          <a:blip r:embed="rId4"/>
          <a:stretch/>
        </p:blipFill>
        <p:spPr>
          <a:xfrm>
            <a:off x="9833760" y="180000"/>
            <a:ext cx="2030760" cy="187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Hoy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2608200"/>
            <a:ext cx="9802440" cy="21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Paso de mensajes y capas convolucionales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Ajustes al código (clasificación de nodos)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Clasificación de grafos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Predicción de enlaces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Clasificación de aristas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" dur="10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10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10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" dur="10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Paso de mensajes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775880" y="0"/>
            <a:ext cx="8664120" cy="689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Capas convolucionales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1260000" y="3096000"/>
            <a:ext cx="5018400" cy="136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"/>
          <p:cNvSpPr txBox="1"/>
          <p:nvPr/>
        </p:nvSpPr>
        <p:spPr>
          <a:xfrm>
            <a:off x="900000" y="1800000"/>
            <a:ext cx="732276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cada capa convolucional se obtiene una nueva copia del grafo. 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cambio es en el número de canales/features que cada uno contiene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74560" y="5580000"/>
            <a:ext cx="96854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cierto modo, puede ser visto como una capa de extracción de atributos (feature extraction)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6948000" y="2937240"/>
            <a:ext cx="2114640" cy="193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Ajustes al código (clasificación de nodos)</a:t>
            </a:r>
            <a:endParaRPr b="1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20000" y="2153880"/>
            <a:ext cx="8262000" cy="16261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el código veremos los ajustes necesarios para sobrellevar los problemas de: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Escala/Normalización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Desbalance  entre clases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¿Tiene sentido usar oversampling?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1569240" y="4250880"/>
            <a:ext cx="2030760" cy="187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5286600" y="3927240"/>
            <a:ext cx="3533400" cy="263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Clasificación de Grafos</a:t>
            </a:r>
            <a:endParaRPr b="1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260000" y="1800000"/>
            <a:ext cx="40309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Ejemplo en clasificación de moléculas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1240200" y="2880000"/>
            <a:ext cx="4516560" cy="33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"/>
          <p:cNvSpPr txBox="1"/>
          <p:nvPr/>
        </p:nvSpPr>
        <p:spPr>
          <a:xfrm>
            <a:off x="7200000" y="2340000"/>
            <a:ext cx="4140000" cy="25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Nodos: átomos, atributos: Elemento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Aristas: Enlaces químicos, atributos: tipo de enlace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grafo en sí, tambien tiene un atributo global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Predicción de enlaces (aristas)</a:t>
            </a:r>
            <a:endParaRPr b="1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954000" y="1453680"/>
            <a:ext cx="71312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Ojo: Predecir conexiones en un grafo bipartito es clasificar los nodos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057680" y="4140000"/>
            <a:ext cx="69915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Ejemplo “relevante”: recomendaciones de amistad a redes sociales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2941200" y="1767600"/>
            <a:ext cx="3611160" cy="177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2"/>
          <a:stretch/>
        </p:blipFill>
        <p:spPr>
          <a:xfrm>
            <a:off x="3368520" y="4710600"/>
            <a:ext cx="2571480" cy="1409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Clasificación de aristas</a:t>
            </a:r>
            <a:endParaRPr b="1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260000" y="1800000"/>
            <a:ext cx="7170120" cy="21380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clasificar aristas (tipos de conexión).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Normalmente se sigue la siguiente lógica: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Usar capas convolucionales para crear embeddings de cada nodo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Crear el embedding de una arista por concatenación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Clasificar los embeddings del paso 2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1980000" y="4140000"/>
            <a:ext cx="2114640" cy="193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"/>
          <p:cNvSpPr txBox="1"/>
          <p:nvPr/>
        </p:nvSpPr>
        <p:spPr>
          <a:xfrm>
            <a:off x="6480000" y="4320000"/>
            <a:ext cx="3600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 las aristas tambien tienen atributos, se pueden concatenar al embedding del paso 2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en-CA</dc:language>
  <cp:lastModifiedBy/>
  <dcterms:modified xsi:type="dcterms:W3CDTF">2026-10-19T16:44:25Z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